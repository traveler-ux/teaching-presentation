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JhengHei"/>
              </a:defRPr>
            </a:pPr>
            <a:r>
              <a:t>🍎「一顆蘋果」節奏數數大挑戰</a:t>
            </a:r>
          </a:p>
          <a:p>
            <a:pPr algn="ctr">
              <a:defRPr sz="3000">
                <a:solidFill>
                  <a:srgbClr val="F0F0F0"/>
                </a:solidFill>
                <a:latin typeface="Microsoft JhengHei"/>
              </a:defRPr>
            </a:pPr>
            <a:r>
              <a:t>三上數學 1-1《10000以內的數》</a:t>
            </a:r>
            <a:br/>
            <a:r>
              <a:t>【10~200】十位 ➔ 【100~2000】百位 ➔ 【1000~10000】千位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JhengHei"/>
              </a:defRPr>
            </a:pPr>
            <a:r>
              <a:t>🟢 第一關：【十位節奏數數區】(10 ➔ 200)</a:t>
            </a:r>
          </a:p>
          <a:p>
            <a:pPr algn="ctr">
              <a:defRPr sz="3000">
                <a:solidFill>
                  <a:srgbClr val="F0F0F0"/>
                </a:solidFill>
                <a:latin typeface="Microsoft JhengHei"/>
              </a:defRPr>
            </a:pPr>
            <a:r>
              <a:t>從 10 唸到 200（10一數）</a:t>
            </a:r>
            <a:br/>
            <a:r>
              <a:t>注意 90 跨到 100（滿十個十是一百！）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十位節奏區（10一數）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唸作：十 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十位節奏區（10一數）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唸作：二十 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十位節奏區（10一數）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唸作：三十 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十位節奏區（10一數）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唸作：四十 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十位節奏區（10一數）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唸作：五十 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十位節奏區（10一數）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唸作：六十 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十位節奏區（10一數）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唸作：七十 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十位節奏區（10一數）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唸作：八十 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十位節奏區（10一數）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唸作：九十 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CD"/>
          </a:solidFill>
          <a:ln w="508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十位節奏區（10一數）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DC2626"/>
                </a:solidFill>
                <a:latin typeface="Arial Black"/>
              </a:defRPr>
            </a:pPr>
            <a:r>
              <a:t>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唸作：一百（滿十個十是一百！） 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十位節奏區（10一數）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110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唸作：一百一十 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十位節奏區（10一數）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120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唸作：一百二十 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十位節奏區（10一數）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130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唸作：一百三十 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十位節奏區（10一數）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140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唸作：一百四十 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十位節奏區（10一數）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150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唸作：一百五十 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十位節奏區（10一數）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160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唸作：一百六十 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十位節奏區（10一數）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170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唸作：一百七十 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十位節奏區（10一數）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180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唸作：一百八十 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十位節奏區（10一數）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190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唸作：一百九十 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CD"/>
          </a:solidFill>
          <a:ln w="508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十位節奏區（10一數）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DC2626"/>
                </a:solidFill>
                <a:latin typeface="Arial Black"/>
              </a:defRPr>
            </a:pPr>
            <a:r>
              <a:t>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唸作：二百（滿二十個十是二百！） 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JhengHei"/>
              </a:defRPr>
            </a:pPr>
            <a:r>
              <a:t>🟡 第二關：【百位節奏數數區】(100 ➔ 2000)</a:t>
            </a:r>
          </a:p>
          <a:p>
            <a:pPr algn="ctr">
              <a:defRPr sz="3000">
                <a:solidFill>
                  <a:srgbClr val="F0F0F0"/>
                </a:solidFill>
                <a:latin typeface="Microsoft JhengHei"/>
              </a:defRPr>
            </a:pPr>
            <a:r>
              <a:t>從 100 唸到 2000（100一數）</a:t>
            </a:r>
            <a:br/>
            <a:r>
              <a:t>注意 900 跨到 1000（滿十個一百是一千！）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百位節奏區（100一數）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唸作：一百 】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百位節奏區（100一數）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唸作：二百 】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百位節奏區（100一數）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300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唸作：三百 】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百位節奏區（100一數）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400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唸作：四百 】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百位節奏區（100一數）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500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唸作：五百 】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百位節奏區（100一數）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600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唸作：六百 】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百位節奏區（100一數）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700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唸作：七百 】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百位節奏區（100一數）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800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唸作：八百 】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百位節奏區（100一數）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900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唸作：九百 】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CD"/>
          </a:solidFill>
          <a:ln w="508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百位節奏區（100一數）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DC2626"/>
                </a:solidFill>
                <a:latin typeface="Arial Black"/>
              </a:defRPr>
            </a:pPr>
            <a:r>
              <a:t>1000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唸作：一千（滿十個一百是一千！） 】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百位節奏區（100一數）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1100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唸作：一千一百 】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百位節奏區（100一數）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1200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唸作：一千二百 】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百位節奏區（100一數）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1300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唸作：一千三百 】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百位節奏區（100一數）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1400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唸作：一千四百 】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百位節奏區（100一數）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1500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唸作：一千五百 】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百位節奏區（100一數）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1600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唸作：一千六百 】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百位節奏區（100一數）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1700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唸作：一千七百 】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百位節奏區（100一數）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1800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唸作：一千八百 】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百位節奏區（100一數）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1900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唸作：一千九百 】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CD"/>
          </a:solidFill>
          <a:ln w="508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百位節奏區（100一數）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DC2626"/>
                </a:solidFill>
                <a:latin typeface="Arial Black"/>
              </a:defRPr>
            </a:pPr>
            <a:r>
              <a:t>2000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唸作：二千（滿二十個一百是二千！） 】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JhengHei"/>
              </a:defRPr>
            </a:pPr>
            <a:r>
              <a:t>🔴 第三關：【千位節奏數數區】(1000 ➔ 10000)</a:t>
            </a:r>
          </a:p>
          <a:p>
            <a:pPr algn="ctr">
              <a:defRPr sz="3000">
                <a:solidFill>
                  <a:srgbClr val="F0F0F0"/>
                </a:solidFill>
                <a:latin typeface="Microsoft JhengHei"/>
              </a:defRPr>
            </a:pPr>
            <a:r>
              <a:t>從 1000 唸到 10000（1000一數）</a:t>
            </a:r>
            <a:br/>
            <a:r>
              <a:t>登頂挑戰！注意 9000 跨到 10000（滿十個一千是一萬！）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千位節奏區（1000一數）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1000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唸作：一千 】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千位節奏區（1000一數）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2000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唸作：二千 】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千位節奏區（1000一數）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3000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唸作：三千 】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千位節奏區（1000一數）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4000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唸作：四千 】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千位節奏區（1000一數）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5000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唸作：五千 】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千位節奏區（1000一數）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6000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唸作：六千 】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千位節奏區（1000一數）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7000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唸作：七千 】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千位節奏區（1000一數）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8000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唸作：八千 】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508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千位節奏區（1000一數）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0F172A"/>
                </a:solidFill>
                <a:latin typeface="Arial Black"/>
              </a:defRPr>
            </a:pPr>
            <a:r>
              <a:t>9000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唸作：九千 】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CD"/>
          </a:solidFill>
          <a:ln w="508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🍎 一顆蘋果節奏數數 ➔ 千位節奏區（1000一數）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0" b="1">
                <a:solidFill>
                  <a:srgbClr val="DC2626"/>
                </a:solidFill>
                <a:latin typeface="Arial Black"/>
              </a:defRPr>
            </a:pPr>
            <a:r>
              <a:t>10000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E7490"/>
                </a:solidFill>
                <a:latin typeface="Microsoft JhengHei"/>
              </a:defRPr>
            </a:pPr>
            <a:r>
              <a:t>【 唸作：一萬（滿十個一千是一萬！） 】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JhengHei"/>
              </a:defRPr>
            </a:pPr>
            <a:r>
              <a:t>🎉 太棒了！全數挑戰成功！</a:t>
            </a:r>
          </a:p>
          <a:p>
            <a:pPr algn="ctr">
              <a:defRPr sz="3000">
                <a:solidFill>
                  <a:srgbClr val="F0F0F0"/>
                </a:solidFill>
                <a:latin typeface="Microsoft JhengHei"/>
              </a:defRPr>
            </a:pPr>
            <a:r>
              <a:t>十位、百位、千位順數全部精熟！</a:t>
            </a:r>
            <a:br/>
            <a:r>
              <a:t>給全班自己最熱烈的掌聲！👏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