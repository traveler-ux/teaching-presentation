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800" b="1">
                <a:solidFill>
                  <a:srgbClr val="FFB703"/>
                </a:solidFill>
                <a:latin typeface="Microsoft JhengHei"/>
              </a:defRPr>
            </a:pPr>
            <a:r>
              <a:t>✦ 班級實境遊戲 X 破冰魔術 X 賽局思維 ✦</a:t>
            </a:r>
          </a:p>
          <a:p>
            <a:pPr algn="ctr">
              <a:defRPr sz="4800" b="1">
                <a:solidFill>
                  <a:srgbClr val="FFFFFF"/>
                </a:solidFill>
                <a:latin typeface="Microsoft JhengHei"/>
              </a:defRPr>
            </a:pPr>
            <a:r>
              <a:t>2025 離島星星數一數</a:t>
            </a:r>
          </a:p>
          <a:p>
            <a:pPr algn="ctr">
              <a:spcAft>
                <a:spcPts val="2000"/>
              </a:spcAft>
              <a:defRPr sz="3600" b="1">
                <a:solidFill>
                  <a:srgbClr val="48CAE4"/>
                </a:solidFill>
                <a:latin typeface="Microsoft JhengHei"/>
              </a:defRPr>
            </a:pPr>
            <a:r>
              <a:t>大屏互動教學與班級經營投影片</a:t>
            </a:r>
          </a:p>
          <a:p>
            <a:pPr algn="ctr">
              <a:defRPr sz="1600">
                <a:solidFill>
                  <a:srgbClr val="8D99AE"/>
                </a:solidFill>
                <a:latin typeface="Microsoft JhengHei"/>
              </a:defRPr>
            </a:pPr>
            <a:r>
              <a:t>取材自：洪進益（小益老師）創新教學法｜打造抓住分心世代的沉浸式課堂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703"/>
                </a:solidFill>
                <a:latin typeface="Microsoft JhengHei"/>
              </a:defRPr>
            </a:pPr>
            <a:r>
              <a:t>✦ 課綱架構 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本課綱 5 大核心互動教學模組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🃏 模組一：開學破冰 5 大魔術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騎士與公主（置換群規律）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最棒的班級（約瑟夫原理）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躲貓貓（奇偶性移動）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語文邏輯卡 &amp; 姓名預言卡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🏰 模組二：實境遊戲班級經營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天使的考驗（14關實境闖關）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十二星座榮譽獎勵卡體系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連假好禮大贈送（5大賽局）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寶箱小益幣代幣經濟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🔥 模組三：常態性思維挑戰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巧算 24 點（分齡每週一題）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趣味跨領域數學字謎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神奇 12345679 乘法黑洞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賈斯特羅視覺錯覺卡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🎲 模組四：課堂競賽與桌遊創客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搶三十遊戲（賽局必勝策略與同餘理論）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九九乘法 4 大趣味遊戲（賓果/你說我圈）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小益老師創客桌遊 6 步驟改編法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🏃 模組五：校園實境與自信舞台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數學跑跑王 X 數學定向越野（綜藝特權卡）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大明星選秀分組（角色扮演變變變）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魔術週公開認證發表與全校園遊會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703"/>
                </a:solidFill>
                <a:latin typeface="Microsoft JhengHei"/>
              </a:defRPr>
            </a:pPr>
            <a:r>
              <a:t>✦ 模組一：開學破冰魔術 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【活動 1-1】騎士與公主（六年級規律探索）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🎲 大屏帶領操作步驟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1. 【黑紅相間排好】：4 張牌正面朝上（♠J、♥J、♣J、♦J）。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2. 【特選牌翻面】：將最後 1 張「方塊 J/Q」翻轉背面朝上。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3. 【全班迎賓祝詞】：「歡迎帥氣騎士與漂亮公主來到我們班！」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4. 【自由混合洗牌】（不限次數）：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 • 動作 A：單張由上往下放（切牌）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 • 動作 B：整疊 4 張直接翻轉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 • 動作 C：最上面 2 張一起翻面放回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5. 【見證奇蹟】：依序翻 1、2、3、4 張，特殊牌必定精準浮現！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💡 數學原理 &amp; 班級心法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數學原理：置換群不變量（Invariant Principle）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三個洗牌動作無論如何隨意組合，牌的正反面與奇偶相鄰結構皆維持特定對稱軌道，最後翻牌必然精準還原！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班級經營亮點：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高年級開學男女生往往靦腆害羞，透過「騎士與公主」角色設定與歡樂通關祝詞，開學第一天輕鬆打破隔閡。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703"/>
                </a:solidFill>
                <a:latin typeface="Microsoft JhengHei"/>
              </a:defRPr>
            </a:pPr>
            <a:r>
              <a:t>✦ 模組一：開學破冰魔術 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【活動 1-2】最棒的班級（約瑟夫數學原理）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🎯 操作步驟與通關密語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1. 【自選本命牌】：每人拿 8 張牌，挑選 1 張最喜歡的放在最上面第 1 張。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2. 【花色扣牌設定】：依花色從底部拿掉：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 • ♠黑桃 -1張 ｜ ♥愛心 -2張 ｜ ♣梅花 -3張 ｜ ♦方塊 -0張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3. 【全班齊聲念通關密語】：「我們班是最棒的一班」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 • 每念 1 個字，將頂牌移到牌底（共 9 次）。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4. 【花瓣算命法淘汰】：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 • 念「愛我」將頂牌放桌上（淘汰）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 • 念「不愛我」將頂牌移底部（保留）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5. 【震撼揭牌】：手裡最後留下的，正是最初選定的本命牌！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💡 約瑟夫問題 &amp; 班級認同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數學原理：約瑟夫問題（Josephus Problem）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透過花色補數將牌庫調整至特定長度，再經由 9 次循環移位，使自選牌精確鎖定在約瑟夫循環淘汰的唯一倖存者位置！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班級經營價值：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藉由全班整齊劃一齊聲大喊「我們班是最棒的一班」，將正面心理暗示深植學童心中，開學第一天建立強大向心力。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703"/>
                </a:solidFill>
                <a:latin typeface="Microsoft JhengHei"/>
              </a:defRPr>
            </a:pPr>
            <a:r>
              <a:t>✦ 模組一：開學破冰魔術 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【活動 1-4】語文邏輯卡（小益老師 8421 法則）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🔮 4 張詞語卡編碼（二進位）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卡片 1 (權重 1)：大樹、水、冰淇淋、郵筒、芬多精、游泳、包裹、駱駝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卡片 2 (權重 2)：夏天、沙漠、森林、郵差、狗屋、電話、筆電、美工刀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卡片 3 (權重 4)：很髒、很暗、很斜、很冰、很熱、很多、很白、很綠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卡片 4 (權重 8)：宇宙、仙人掌、桌遊、鋼筆、白板、鈔票、耳機、撲克牌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👉 請學生心中默選一個詞（如「仙人掌」），問學生哪幾張有？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💡 8421 心算法 &amp; 教學應用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小益老師 8421 心算法：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只要學生回答「有」，老師將卡片權重相加。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例如仙人掌在卡片 4（權重 8）第 2 個位置（編號 10 = 8+2），老師心算秒答：「你心中想的是仙人掌！」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跨學科應用：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卡片詞語可隨意替換為課本生字、成語、歷史人物、英文單字，成為單元複習的終極利器！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703"/>
                </a:solidFill>
                <a:latin typeface="Microsoft JhengHei"/>
              </a:defRPr>
            </a:pPr>
            <a:r>
              <a:t>✦ 模組二：實境遊戲班級經營 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【系統 2-1】天使的考驗（魔鬼的計謀班級實境秀）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1️⃣ 14 關實境主線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將整學期常規與學科解謎化為 Level 1 至 Level 14 關卡。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涵蓋日常規矩（準時交作業、環境整潔）、每週數學謎題與同理心任務。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全班分組冒險，每週評比積分。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2️⃣ 優先挑選寶箱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率先過關或表現優異的組別，擁有「優先挑選實體寶箱」特權！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每個實體寶箱內放有隨機數量之「小益幣」。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增加團隊策略性與刺激感。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3️⃣ 小益幣代幣經濟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累積小益幣可用於：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- 期末拍賣會競標好禮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- 購買特權卡（作業抵用券、座位自選券）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- 累積兌換期末全班出遊！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703"/>
                </a:solidFill>
                <a:latin typeface="Microsoft JhengHei"/>
              </a:defRPr>
            </a:pPr>
            <a:r>
              <a:t>✦ 模組三：常態性思維挑戰 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【活動 3-1】巧算 24 點大屏擂台（每週一題數感精熟）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🔢 遊戲規則與分齡設計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規則：抽出 4 個數字，利用加減乘除與括號，精準湊出 24！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低年級：先用加減法算出 1~10，建立湊數感。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中高年級精選經典題庫：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- 基礎題 (3, 3, 4, 8) ➔ (3 × 8) × (4 - 3) = 24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- 進階題 (1, 5, 5, 5) ➔ (5 - 1/5) × 5 = 24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- 神童題 (3, 3, 8, 8) ➔ 8 ÷ (3 - 8/3) = 24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- 巧思題 (4, 4, 10, 10) ➔ (10 × 10 - 4) ÷ 4 =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🏫 班級經營常規化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班級設立「每週一題挑戰區」：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每週一在黑板或大屏公佈題目，週五前解出者可在榮譽榜登記集點。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提升數感與耐挫力：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鼓勵多元解法，培養孩子面對困難問題時「嘗試錯誤、逆向思考」的正向心態。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703"/>
                </a:solidFill>
                <a:latin typeface="Microsoft JhengHei"/>
              </a:defRPr>
            </a:pPr>
            <a:r>
              <a:t>✦ 模組四：課堂競賽與桌遊創客 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【活動 4-1】搶三十遊戲（賽局必勝策略與同餘理論）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🎮 遊戲玩法與對決機制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玩法：兩人輪流報數，從 1 報到 30。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每次最少報 1 個數，最多報 3 個數。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誰先報到 30 誰獲勝！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👉 大屏實戰：讓全班輪流推派代表挑戰老師或電腦，體會為什麼老師永遠不會輸！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💡 必勝密碼：n + 1 法則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計算公式：每次最多報 3 個數，週期和為 3 + 1 = 4。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目標除以週期：30 ÷ 4 = 7 … 2（餘數為 2）。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必勝策略：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1. 先手「第一步必須搶到 2」！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2. 後續牢牢鎖定關鍵數字：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   2 ➔ 6 ➔ 10 ➔ 14 ➔ 18 ➔ 22 ➔ 26 ➔ 30！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3. 對手報 k 個數，我就報 4 - k 個數，必勝！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B703"/>
                </a:solidFill>
                <a:latin typeface="Microsoft JhengHei"/>
              </a:defRPr>
            </a:pPr>
            <a:r>
              <a:t>✦ 模組五：校園實境與自信舞台 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【活動 5-1】數學跑跑王 X 數學定向越野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🗺️ 校園定向尋寶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各組配發校園地圖與打卡計分卡。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奔跑尋找隱藏在司令台、圖書館、生態池的檢查點。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結合體能、空間定向與團隊協作。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🔐 密碼解鎖任務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檢查點設有數學謎題箱。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小組必須合作解出箱上數學題，獲得開箱密碼與下一個線索！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體驗沈浸式密室脫逃。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228600"/>
          <a:lstStyle/>
          <a:p>
            <a:pPr algn="ctr">
              <a:spcAft>
                <a:spcPts val="1000"/>
              </a:spcAft>
              <a:defRPr sz="1900" b="1">
                <a:solidFill>
                  <a:srgbClr val="48CAE4"/>
                </a:solidFill>
                <a:latin typeface="Microsoft JhengHei"/>
              </a:defRPr>
            </a:pPr>
            <a:r>
              <a:t>⚡ 綜藝特權卡機制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融入《Running Man》綜藝感：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- 時間暫停卡（凍結對手 2 分鐘）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- 雙倍積分卡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  - 指定求救卡（向老師索取提示）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t>• 策略逆轉勝，熱血沸騰！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800" b="1">
                <a:solidFill>
                  <a:srgbClr val="FFB703"/>
                </a:solidFill>
                <a:latin typeface="Microsoft JhengHei"/>
              </a:defRPr>
            </a:pPr>
            <a:r>
              <a:t>✦ 小益老師 班級經營核心心法 ✦</a:t>
            </a:r>
          </a:p>
          <a:p>
            <a:pPr algn="ctr">
              <a:spcAft>
                <a:spcPts val="800"/>
              </a:spcAft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「老師好，學生就會更好」</a:t>
            </a:r>
          </a:p>
          <a:p>
            <a:pPr algn="ctr">
              <a:spcAft>
                <a:spcPts val="2800"/>
              </a:spcAft>
              <a:defRPr sz="3600" b="1">
                <a:solidFill>
                  <a:srgbClr val="48CAE4"/>
                </a:solidFill>
                <a:latin typeface="Microsoft JhengHei"/>
              </a:defRPr>
            </a:pPr>
            <a:r>
              <a:t>「教學只有累積，沒有奇蹟」</a:t>
            </a:r>
          </a:p>
          <a:p>
            <a:pPr algn="ctr">
              <a:defRPr sz="1800">
                <a:solidFill>
                  <a:srgbClr val="8D99AE"/>
                </a:solidFill>
                <a:latin typeface="Microsoft JhengHei"/>
              </a:defRPr>
            </a:pPr>
            <a:r>
              <a:t>🌟 為每個孩子找到座標：搭建多元舞台，讓每位不同特質的孩子都能成為生命中的大明星！</a:t>
            </a:r>
            <a:br/>
            <a:r>
              <a:t>🌟 數學就是從混亂中找到不變的規律，帶領孩子看見學習的美好與力量。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